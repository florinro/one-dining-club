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855cc7a61b4d3f" /><Relationship Type="http://schemas.openxmlformats.org/officeDocument/2006/relationships/extended-properties" Target="/docProps/app.xml" Id="Rbb31eec86db74978" /><Relationship Type="http://schemas.openxmlformats.org/officeDocument/2006/relationships/officeDocument" Target="/ppt/presentation.xml" Id="Rc683049d6bfc41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94e22ddf2e42a8"/>
  </p:sldMasterIdLst>
  <p:notesMasterIdLst>
    <p:notesMasterId xmlns:r="http://schemas.openxmlformats.org/officeDocument/2006/relationships" r:id="R0475d3969529437d"/>
  </p:notesMasterIdLst>
  <p:sldIdLst>
    <p:sldId xmlns:r="http://schemas.openxmlformats.org/officeDocument/2006/relationships" id="256" r:id="Rfbab0527b7204e0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c999ff0d5e4916" /><Relationship Type="http://schemas.openxmlformats.org/officeDocument/2006/relationships/slideMaster" Target="/ppt/slideMasters/slideMaster1.xml" Id="Rc594e22ddf2e42a8" /><Relationship Type="http://schemas.openxmlformats.org/officeDocument/2006/relationships/notesMaster" Target="/ppt/notesMasters/notesMaster1.xml" Id="R0475d3969529437d" /><Relationship Type="http://schemas.openxmlformats.org/officeDocument/2006/relationships/presProps" Target="/ppt/presProps.xml" Id="Ra00f7b71878e4691" /><Relationship Type="http://schemas.openxmlformats.org/officeDocument/2006/relationships/viewProps" Target="/ppt/viewProps.xml" Id="R250eec89a83c4467" /><Relationship Type="http://schemas.openxmlformats.org/officeDocument/2006/relationships/tableStyles" Target="/ppt/tableStyles.xml" Id="R579363fc3d504921" /><Relationship Type="http://schemas.openxmlformats.org/officeDocument/2006/relationships/slide" Target="/ppt/slides/slide1.xml" Id="Rfbab0527b7204e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5c69e17b5045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949a508452457a" /><Relationship Type="http://schemas.openxmlformats.org/officeDocument/2006/relationships/notesMaster" Target="/ppt/notesMasters/notesMaster1.xml" Id="R0bb9959d2d1d42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c009ddedee43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847e9f9ea34772" /><Relationship Type="http://schemas.openxmlformats.org/officeDocument/2006/relationships/slideLayout" Target="/ppt/slideLayouts/slideLayout1.xml" Id="Ra7f047e7d8a24f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f047e7d8a24f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364c6f3ef4467" /><Relationship Type="http://schemas.openxmlformats.org/officeDocument/2006/relationships/image" Target="/ppt/media/image.png" Id="R752ebbdaab604046" /><Relationship Type="http://schemas.openxmlformats.org/officeDocument/2006/relationships/image" Target="/ppt/media/image2.png" Id="R26ce7b26fef34d8d" /><Relationship Type="http://schemas.openxmlformats.org/officeDocument/2006/relationships/notesSlide" Target="/ppt/notesSlides/notesSlide1.xml" Id="Rf7e20b1a24df4b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A24D69-B47E-4EC0-AE6A-CBBBC609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>
            <a:noFill/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2ebbdaab604046"/>
          <a:stretch xmlns:a="http://schemas.openxmlformats.org/drawingml/2006/main"/>
        </p:blipFill>
        <p:spPr>
          <a:xfrm xmlns:a="http://schemas.openxmlformats.org/drawingml/2006/main">
            <a:off x="7778303" y="571500"/>
            <a:ext cx="2636144" cy="5715000"/>
          </a:xfrm>
          <a:prstGeom xmlns:a="http://schemas.openxmlformats.org/drawingml/2006/main" prst="roundRect">
            <a:avLst>
              <a:gd name="adj" fmla="val 5957"/>
            </a:avLst>
          </a:prstGeom>
        </p:spPr>
      </p:pic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e7b26fef34d8d"/>
          <a:stretch xmlns:a="http://schemas.openxmlformats.org/drawingml/2006/main"/>
        </p:blipFill>
        <p:spPr>
          <a:xfrm xmlns:a="http://schemas.openxmlformats.org/drawingml/2006/main">
            <a:off x="704850" y="689413"/>
            <a:ext cx="666750" cy="73572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F230F-5B2A-4F70-8058-4E52B587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81050"/>
            <a:ext cx="1521333" cy="10058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YUMZY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2FBC0-D74E-4893-8D56-B0F85844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2197132" cy="251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D784"/>
                </a:solidFill>
                <a:latin typeface="Aptos"/>
                <a:ea typeface="Aptos"/>
                <a:cs typeface="Aptos"/>
              </a:defRPr>
            </a:pPr>
            <a:r>
              <a:t>Watch. Discover. Order.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87F43-9FDB-46E5-A9C0-FC041DA2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15414212" cy="8549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Primul ecosistem în care conținutul video, comerțul și livrarea se întâlnesc într-o singură experiență.</a:t>
            </a:r>
          </a:p>
        </p:txBody>
      </p:sp>
    </p:spTree>
    <p:extLst>
      <p:ext uri="{BB962C8B-B14F-4D97-AF65-F5344CB8AC3E}">
        <p14:creationId xmlns:p14="http://schemas.microsoft.com/office/powerpoint/2010/main" val="7664742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2026-06-07T18:34:27.4150000Z</dcterms:created>
  <dcterms:modified xsi:type="dcterms:W3CDTF">2026-06-07T18:34:27.4150000Z</dcterms:modified>
</coreProperties>
</file>